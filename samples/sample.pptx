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某某新区基础设施建设项目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汇报人：张三</a:t>
            </a:r>
          </a:p>
          <a:p>
            <a:r>
              <a:t>某某建设集团有限公司</a:t>
            </a:r>
          </a:p>
          <a:p>
            <a:r>
              <a:t>2024年3月15日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项目名称：某某新区基础设施建设项目</a:t>
            </a:r>
          </a:p>
          <a:p>
            <a:r>
              <a:t>甲方：某某建设集团有限公司</a:t>
            </a:r>
          </a:p>
          <a:p>
            <a:r>
              <a:t>合同金额：1.2亿元</a:t>
            </a:r>
          </a:p>
          <a:p>
            <a:r>
              <a:t>项目负责人：张三</a:t>
            </a:r>
          </a:p>
          <a:p>
            <a:r>
              <a:t>联系电话：13812345678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合同清单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219200">
                <a:tc>
                  <a:txBody>
                    <a:bodyPr/>
                    <a:lstStyle/>
                    <a:p>
                      <a:r>
                        <a:t>合同编号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甲方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HT-2024-001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某某建设集团有限公司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张三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HT-2024-002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华为技术有限公司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李四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